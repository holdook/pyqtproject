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Проект по теме PyQt</a:t>
            </a:r>
          </a:p>
          <a:p>
            <a:r>
              <a:t>«Сервис объявлений для продажи автомобилей»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 err="1"/>
              <a:t>Выполнил</a:t>
            </a:r>
            <a:r>
              <a:rPr dirty="0"/>
              <a:t>: </a:t>
            </a:r>
            <a:r>
              <a:rPr lang="ru-RU" dirty="0"/>
              <a:t>Сафонов А.</a:t>
            </a:r>
            <a:endParaRPr dirty="0"/>
          </a:p>
          <a:p>
            <a:r>
              <a:rPr dirty="0" err="1"/>
              <a:t>Руководитель</a:t>
            </a:r>
            <a:r>
              <a:rPr dirty="0"/>
              <a:t>: </a:t>
            </a:r>
            <a:r>
              <a:rPr lang="ru-RU" dirty="0"/>
              <a:t>Зверев Константин</a:t>
            </a:r>
            <a:endParaRPr lang="en-US" dirty="0"/>
          </a:p>
          <a:p>
            <a:r>
              <a:rPr lang="ru-RU" dirty="0"/>
              <a:t>Великий Новгород,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Цель</a:t>
            </a:r>
            <a:r>
              <a:rPr dirty="0"/>
              <a:t> и </a:t>
            </a:r>
            <a:r>
              <a:rPr dirty="0" err="1"/>
              <a:t>задачи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7237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: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настольное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PyQt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размещения</a:t>
            </a:r>
            <a:r>
              <a:rPr dirty="0"/>
              <a:t> и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объявлений</a:t>
            </a:r>
            <a:r>
              <a:rPr dirty="0"/>
              <a:t> о </a:t>
            </a:r>
            <a:r>
              <a:rPr dirty="0" err="1"/>
              <a:t>продаже</a:t>
            </a:r>
            <a:r>
              <a:rPr dirty="0"/>
              <a:t> </a:t>
            </a:r>
            <a:r>
              <a:rPr dirty="0" err="1"/>
              <a:t>автомобилей</a:t>
            </a:r>
            <a:r>
              <a:rPr dirty="0"/>
              <a:t>.</a:t>
            </a:r>
            <a:endParaRPr lang="en-US" dirty="0"/>
          </a:p>
          <a:p>
            <a:r>
              <a:rPr lang="ru-RU" dirty="0"/>
              <a:t>Задачи</a:t>
            </a:r>
            <a:r>
              <a:rPr lang="en-US" dirty="0"/>
              <a:t>:</a:t>
            </a:r>
            <a:endParaRPr dirty="0"/>
          </a:p>
          <a:p>
            <a:pPr lvl="1"/>
            <a:r>
              <a:rPr dirty="0"/>
              <a:t>• </a:t>
            </a:r>
            <a:r>
              <a:rPr dirty="0" err="1"/>
              <a:t>Изучить</a:t>
            </a:r>
            <a:r>
              <a:rPr dirty="0"/>
              <a:t> </a:t>
            </a:r>
            <a:r>
              <a:rPr dirty="0" err="1"/>
              <a:t>PyQt</a:t>
            </a:r>
            <a:r>
              <a:rPr dirty="0"/>
              <a:t> и </a:t>
            </a:r>
            <a:r>
              <a:rPr dirty="0" err="1"/>
              <a:t>работу</a:t>
            </a:r>
            <a:r>
              <a:rPr dirty="0"/>
              <a:t> с </a:t>
            </a:r>
            <a:r>
              <a:rPr dirty="0" err="1"/>
              <a:t>интерфейсом</a:t>
            </a:r>
            <a:endParaRPr dirty="0"/>
          </a:p>
          <a:p>
            <a:pPr lvl="1"/>
            <a:r>
              <a:rPr dirty="0"/>
              <a:t>• </a:t>
            </a:r>
            <a:r>
              <a:rPr dirty="0" err="1"/>
              <a:t>Реализовать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с </a:t>
            </a:r>
            <a:r>
              <a:rPr dirty="0" err="1"/>
              <a:t>базой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SQLite</a:t>
            </a:r>
          </a:p>
          <a:p>
            <a:pPr lvl="1"/>
            <a:r>
              <a:rPr dirty="0"/>
              <a:t>•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авторизации</a:t>
            </a:r>
            <a:r>
              <a:rPr dirty="0"/>
              <a:t> </a:t>
            </a:r>
            <a:r>
              <a:rPr dirty="0" err="1"/>
              <a:t>пользователей</a:t>
            </a:r>
            <a:endParaRPr dirty="0"/>
          </a:p>
          <a:p>
            <a:pPr lvl="1"/>
            <a:r>
              <a:rPr dirty="0"/>
              <a:t>• </a:t>
            </a:r>
            <a:r>
              <a:rPr dirty="0" err="1"/>
              <a:t>Разработать</a:t>
            </a:r>
            <a:r>
              <a:rPr dirty="0"/>
              <a:t> </a:t>
            </a:r>
            <a:r>
              <a:rPr dirty="0" err="1"/>
              <a:t>функционал</a:t>
            </a:r>
            <a:r>
              <a:rPr dirty="0"/>
              <a:t> </a:t>
            </a:r>
            <a:r>
              <a:rPr dirty="0" err="1"/>
              <a:t>добавления</a:t>
            </a:r>
            <a:r>
              <a:rPr dirty="0"/>
              <a:t>, </a:t>
            </a:r>
            <a:r>
              <a:rPr dirty="0" err="1"/>
              <a:t>поиска</a:t>
            </a:r>
            <a:r>
              <a:rPr dirty="0"/>
              <a:t>, </a:t>
            </a:r>
            <a:r>
              <a:rPr dirty="0" err="1"/>
              <a:t>редактирования</a:t>
            </a:r>
            <a:r>
              <a:rPr dirty="0"/>
              <a:t> и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объявлений</a:t>
            </a:r>
            <a:endParaRPr dirty="0"/>
          </a:p>
          <a:p>
            <a:pPr lvl="1"/>
            <a:r>
              <a:rPr dirty="0"/>
              <a:t>• </a:t>
            </a:r>
            <a:r>
              <a:rPr dirty="0" err="1"/>
              <a:t>Реализовать</a:t>
            </a:r>
            <a:r>
              <a:rPr dirty="0"/>
              <a:t> </a:t>
            </a: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расширенного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предложения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Техническое 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• </a:t>
            </a:r>
            <a:r>
              <a:rPr dirty="0" err="1"/>
              <a:t>Главное</a:t>
            </a:r>
            <a:r>
              <a:rPr dirty="0"/>
              <a:t> </a:t>
            </a:r>
            <a:r>
              <a:rPr dirty="0" err="1"/>
              <a:t>окно</a:t>
            </a:r>
            <a:r>
              <a:rPr dirty="0"/>
              <a:t> с </a:t>
            </a:r>
            <a:r>
              <a:rPr dirty="0" err="1"/>
              <a:t>вкладками</a:t>
            </a:r>
            <a:r>
              <a:rPr dirty="0"/>
              <a:t>: </a:t>
            </a:r>
            <a:r>
              <a:rPr dirty="0" err="1"/>
              <a:t>Обзор</a:t>
            </a:r>
            <a:r>
              <a:rPr dirty="0"/>
              <a:t>, </a:t>
            </a:r>
            <a:r>
              <a:rPr dirty="0" err="1"/>
              <a:t>Добавить</a:t>
            </a:r>
            <a:r>
              <a:rPr dirty="0"/>
              <a:t> </a:t>
            </a:r>
            <a:r>
              <a:rPr dirty="0" err="1"/>
              <a:t>объявление</a:t>
            </a:r>
            <a:r>
              <a:rPr dirty="0"/>
              <a:t>, </a:t>
            </a:r>
            <a:r>
              <a:rPr dirty="0" err="1"/>
              <a:t>Мои</a:t>
            </a:r>
            <a:r>
              <a:rPr dirty="0"/>
              <a:t> </a:t>
            </a:r>
            <a:r>
              <a:rPr dirty="0" err="1"/>
              <a:t>предложения</a:t>
            </a:r>
            <a:endParaRPr dirty="0"/>
          </a:p>
          <a:p>
            <a:pPr lvl="1"/>
            <a:r>
              <a:rPr dirty="0"/>
              <a:t>• </a:t>
            </a: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регистрации</a:t>
            </a:r>
            <a:r>
              <a:rPr dirty="0"/>
              <a:t> и </a:t>
            </a:r>
            <a:r>
              <a:rPr dirty="0" err="1"/>
              <a:t>входа</a:t>
            </a:r>
            <a:endParaRPr dirty="0"/>
          </a:p>
          <a:p>
            <a:pPr lvl="1"/>
            <a:r>
              <a:rPr dirty="0"/>
              <a:t>• </a:t>
            </a: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расширенного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объявлений</a:t>
            </a:r>
            <a:endParaRPr dirty="0"/>
          </a:p>
          <a:p>
            <a:pPr lvl="1"/>
            <a:r>
              <a:rPr dirty="0"/>
              <a:t>• </a:t>
            </a:r>
            <a:r>
              <a:rPr dirty="0" err="1"/>
              <a:t>Работа</a:t>
            </a:r>
            <a:r>
              <a:rPr dirty="0"/>
              <a:t> с </a:t>
            </a:r>
            <a:r>
              <a:rPr dirty="0" err="1"/>
              <a:t>таблицами</a:t>
            </a:r>
            <a:r>
              <a:rPr dirty="0"/>
              <a:t> accounts и offers</a:t>
            </a:r>
          </a:p>
          <a:p>
            <a:pPr lvl="1"/>
            <a:r>
              <a:rPr dirty="0"/>
              <a:t>• </a:t>
            </a:r>
            <a:r>
              <a:rPr dirty="0" err="1"/>
              <a:t>Ограничение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: </a:t>
            </a:r>
            <a:r>
              <a:rPr dirty="0" err="1"/>
              <a:t>пользователь</a:t>
            </a:r>
            <a:r>
              <a:rPr dirty="0"/>
              <a:t>/</a:t>
            </a:r>
            <a:r>
              <a:rPr dirty="0" err="1"/>
              <a:t>администратор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Окна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Окна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включают</a:t>
            </a:r>
            <a:r>
              <a:rPr dirty="0"/>
              <a:t>:</a:t>
            </a:r>
          </a:p>
          <a:p>
            <a:pPr lvl="1"/>
            <a:r>
              <a:rPr dirty="0"/>
              <a:t>• </a:t>
            </a:r>
            <a:r>
              <a:rPr dirty="0" err="1"/>
              <a:t>Главное</a:t>
            </a:r>
            <a:r>
              <a:rPr dirty="0"/>
              <a:t> </a:t>
            </a:r>
            <a:r>
              <a:rPr dirty="0" err="1"/>
              <a:t>окно</a:t>
            </a:r>
            <a:r>
              <a:rPr dirty="0"/>
              <a:t> — </a:t>
            </a:r>
            <a:r>
              <a:rPr dirty="0" err="1"/>
              <a:t>отображение</a:t>
            </a:r>
            <a:r>
              <a:rPr dirty="0"/>
              <a:t> </a:t>
            </a:r>
            <a:r>
              <a:rPr dirty="0" err="1"/>
              <a:t>списка</a:t>
            </a:r>
            <a:r>
              <a:rPr dirty="0"/>
              <a:t> </a:t>
            </a:r>
            <a:r>
              <a:rPr dirty="0" err="1"/>
              <a:t>объявлений</a:t>
            </a:r>
            <a:endParaRPr dirty="0"/>
          </a:p>
          <a:p>
            <a:pPr lvl="1"/>
            <a:r>
              <a:rPr dirty="0"/>
              <a:t>• </a:t>
            </a: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добавления</a:t>
            </a:r>
            <a:r>
              <a:rPr dirty="0"/>
              <a:t> </a:t>
            </a:r>
            <a:r>
              <a:rPr dirty="0" err="1"/>
              <a:t>объявления</a:t>
            </a:r>
            <a:endParaRPr dirty="0"/>
          </a:p>
          <a:p>
            <a:pPr lvl="1"/>
            <a:r>
              <a:rPr dirty="0"/>
              <a:t>• </a:t>
            </a: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редактирования</a:t>
            </a:r>
            <a:endParaRPr dirty="0"/>
          </a:p>
          <a:p>
            <a:pPr lvl="1"/>
            <a:r>
              <a:rPr dirty="0"/>
              <a:t>• </a:t>
            </a: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предложения</a:t>
            </a:r>
            <a:r>
              <a:rPr dirty="0"/>
              <a:t> с </a:t>
            </a:r>
            <a:r>
              <a:rPr dirty="0" err="1"/>
              <a:t>кнопкой</a:t>
            </a:r>
            <a:r>
              <a:rPr dirty="0"/>
              <a:t> «</a:t>
            </a:r>
            <a:r>
              <a:rPr dirty="0" err="1"/>
              <a:t>Купить</a:t>
            </a:r>
            <a:r>
              <a:rPr dirty="0"/>
              <a:t>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Используемые библиотеки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 PyQt6</a:t>
            </a:r>
          </a:p>
          <a:p>
            <a:pPr lvl="1"/>
            <a:r>
              <a:rPr dirty="0"/>
              <a:t> sqlite3</a:t>
            </a:r>
            <a:endParaRPr lang="en-US" dirty="0"/>
          </a:p>
          <a:p>
            <a:pPr lvl="1"/>
            <a:r>
              <a:rPr lang="en-US" dirty="0"/>
              <a:t>D</a:t>
            </a:r>
            <a:r>
              <a:rPr dirty="0"/>
              <a:t>atetime</a:t>
            </a:r>
            <a:endParaRPr lang="en-US" dirty="0"/>
          </a:p>
          <a:p>
            <a:pPr lvl="1"/>
            <a:r>
              <a:rPr lang="en-US" dirty="0"/>
              <a:t>requests</a:t>
            </a:r>
            <a:endParaRPr lang="ru-RU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Реализуемые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 GUI </a:t>
            </a:r>
            <a:r>
              <a:rPr dirty="0" err="1"/>
              <a:t>на</a:t>
            </a:r>
            <a:r>
              <a:rPr dirty="0"/>
              <a:t> PyQt6</a:t>
            </a:r>
          </a:p>
          <a:p>
            <a:pPr lvl="1"/>
            <a:r>
              <a:rPr dirty="0"/>
              <a:t> SQL-</a:t>
            </a:r>
            <a:r>
              <a:rPr dirty="0" err="1"/>
              <a:t>запросы</a:t>
            </a:r>
            <a:r>
              <a:rPr dirty="0"/>
              <a:t> (SELECT, INSERT, UPDATE, DELETE)</a:t>
            </a:r>
          </a:p>
          <a:p>
            <a:pPr lvl="1"/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с </a:t>
            </a:r>
            <a:r>
              <a:rPr dirty="0" err="1"/>
              <a:t>ролями</a:t>
            </a:r>
            <a:r>
              <a:rPr dirty="0"/>
              <a:t> </a:t>
            </a:r>
            <a:r>
              <a:rPr dirty="0" err="1"/>
              <a:t>пользователей</a:t>
            </a:r>
            <a:endParaRPr dirty="0"/>
          </a:p>
          <a:p>
            <a:pPr lvl="1"/>
            <a:r>
              <a:rPr dirty="0"/>
              <a:t> </a:t>
            </a:r>
            <a:r>
              <a:rPr dirty="0" err="1"/>
              <a:t>Сохранение</a:t>
            </a:r>
            <a:r>
              <a:rPr dirty="0"/>
              <a:t> </a:t>
            </a:r>
            <a:r>
              <a:rPr dirty="0" err="1"/>
              <a:t>чеков</a:t>
            </a:r>
            <a:r>
              <a:rPr dirty="0"/>
              <a:t> в TXT/CSV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46824-5668-43D0-B609-6564C326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99" y="126507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/>
              <a:t>Главное окно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FFDD40-B5FF-40C3-9D11-24D044FC9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53" y="1269507"/>
            <a:ext cx="6645127" cy="524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5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46824-5668-43D0-B609-6564C326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99" y="126507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/>
              <a:t>Страница логина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9C794A-B95A-4881-86DF-35A7A8DDA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02" y="1060467"/>
            <a:ext cx="7036593" cy="550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103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46824-5668-43D0-B609-6564C326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99" y="126507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/>
              <a:t>Страница </a:t>
            </a:r>
            <a:r>
              <a:rPr lang="en-US" b="1" dirty="0"/>
              <a:t>“</a:t>
            </a:r>
            <a:r>
              <a:rPr lang="ru-RU" b="1" dirty="0"/>
              <a:t>Мои предложения</a:t>
            </a:r>
            <a:r>
              <a:rPr lang="en-US" b="1" dirty="0"/>
              <a:t>”</a:t>
            </a:r>
            <a:endParaRPr lang="ru-RU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8445F1-19E7-4907-9D7B-E17216FC9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275" y="1106374"/>
            <a:ext cx="6685450" cy="527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15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46824-5668-43D0-B609-6564C326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99" y="12650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Расширенный обзор</a:t>
            </a:r>
            <a:br>
              <a:rPr lang="ru-RU" b="1" dirty="0"/>
            </a:br>
            <a:r>
              <a:rPr lang="ru-RU" b="1" dirty="0"/>
              <a:t>предложения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32C3DC-52AF-41F3-99C0-2567B5A0D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76" y="1862138"/>
            <a:ext cx="8183047" cy="444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984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46824-5668-43D0-B609-6564C326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99" y="126507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/>
              <a:t>Формат чека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FD5C0D-8FEB-4501-8E83-A125A5DB0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64" y="1269507"/>
            <a:ext cx="7162272" cy="468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30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202</Words>
  <Application>Microsoft Office PowerPoint</Application>
  <PresentationFormat>Экран (4:3)</PresentationFormat>
  <Paragraphs>42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Проект по теме PyQt «Сервис объявлений для продажи автомобилей»</vt:lpstr>
      <vt:lpstr>Цель и задачи</vt:lpstr>
      <vt:lpstr>Техническое задание</vt:lpstr>
      <vt:lpstr>Окна программы</vt:lpstr>
      <vt:lpstr>Используемые библиотеки</vt:lpstr>
      <vt:lpstr>Реализуемые технологии</vt:lpstr>
      <vt:lpstr>Главное окно</vt:lpstr>
      <vt:lpstr>Страница логина</vt:lpstr>
      <vt:lpstr>Страница “Мои предложения”</vt:lpstr>
      <vt:lpstr>Расширенный обзор предложения</vt:lpstr>
      <vt:lpstr>Формат чека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по теме PyQt «Сервис объявлений для продажи автомобилей»</dc:title>
  <dc:subject/>
  <dc:creator/>
  <cp:keywords/>
  <dc:description>generated using python-pptx</dc:description>
  <cp:lastModifiedBy>sanya.meow2000@mail.ru</cp:lastModifiedBy>
  <cp:revision>3</cp:revision>
  <dcterms:created xsi:type="dcterms:W3CDTF">2013-01-27T09:14:16Z</dcterms:created>
  <dcterms:modified xsi:type="dcterms:W3CDTF">2025-11-17T14:16:26Z</dcterms:modified>
  <cp:category/>
</cp:coreProperties>
</file>